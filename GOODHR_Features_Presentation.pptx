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D4ED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GOODHR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 Management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3716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ระบบบริหารทรัพยากรบุคคลครบวงจร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สร้างเพื่อแก้ปัญหาจริงขององค์กร ไม่ใช่ซื้อมาแล้วปรับตัวเข้าหาซอฟต์แวร์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SHD Technology Co., Ltd.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ปัญหาที่องค์กรเจอทุกวัน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ก่อนมี GOODHR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กระดาษ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49040" y="1463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ข้อมูลกระจาย ส่งต่อยาก ไม่ Real-time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31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ตรวจสาขาแล้วไม่มีหลักฐาน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49040" y="2331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ไม่รู้ว่าไปจริงไหม ถ่ายรูปเก็บมือถือส่วนตัว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อบรมในห้อง เสียเวลา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3200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รวมคน เสียค่าเดินทาง ไม่รู้ว่าใครเข้าใจจริง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06908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3E8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69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ไม่มีระบบวัดผลที่จับต้องได้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4069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ประเมินด้วยความรู้สึก ไม่มี Data ตัดสินใจ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GOODHR แก้ทุกปัญหาด้วยระบบเดียว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64+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หน้าฟีเจอร์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118872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234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83464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ระบบย่อย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18872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118872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1234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04088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บทบาทผู้ใช้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8346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D4ED8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พนักงาน โครงสร้าง บทบาท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34640" y="28346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0EA5E9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83464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 &amp; กะ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3464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GPS กะงาน OT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28346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0D9488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ลา &amp; อนุมัติ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ลา ปฏิทิน โควต้า อนุมัติ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28346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059669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เงินเดือน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สลิป ภาษี SSO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39319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ประเมินผล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389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Probation ประเมินสาขา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34640" y="39319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83464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ฝึกอบรม LMS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834640" y="4389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วิดีโอ Quiz Anti-cheat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39319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F4444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อุปกรณ์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37760" y="4389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ยืม คืน ติดตามสินทรัพย์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040880" y="39319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C4899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สื่อสาร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40880" y="4389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ประกาศ แจ้งเตือน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HR - หัวใจของระบบ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จัดการพนักงานตั้งแต่รับเข้าจนถึงลาออก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โครงสร้างองค์กร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รองรับหลายบริษัท หลายสาขา แผนก ตำแหน่ง แยกข้อมูลอัตโนมัติ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4173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ผังองค์กร Visual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แสดงสายบังคับบัญชาแบบกราฟิก ใช้กำหนด Evaluator Chain อัตโนมัติ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จัดการพนักงาน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เพิ่มทีละคน/Bulk Import ดูประวัติ แก้ไข ลบ กู้คืน สร้างบัญชีผู้ใช้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5603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ทดลองงาน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ติดตามวันครบกำหนดทดลองงาน แจ้งเตือนอัตโนมัติ ประเมิน 3 รอบ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7033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สิทธิ์ &amp; บทบาท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บทบาทหลัก + Equipment Admin กำหนดสิทธิ์ละเอียดถึงระดับฟีเจอร์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7033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รับสมัครงาน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ลงประกาศตำแหน่ง ติดตามผู้สมัคร เชื่อมเว็บ Careers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เวลาทำงาน &amp; กะงาน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Check-in ยืนยันว่าอยู่จริง คิดสายอัตโนมัติ จัดกะยืดหยุ่น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Check-in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Haversine Formula คำนวณระยะจากสาขา พนักงานเปิดแอปกด Check-in ระบบรู้ว่าอยู่ใกล้สาขาจริงหรือไม่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4173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Off-site Check-in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874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ทำงานนอกสถานที่ส่งคำร้อง Admin อนุมัติ แนบเหตุผลและรูปถ่าย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Check-in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เช็คอินพร้อมถ่ายรูป ป้องกันเช็คอินแทนกัน Admin ตรวจสอบย้อนหลังได้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5603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จัดกะงาน (Shifts)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3017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Shift Template ลากวาง Import CSV รองรับข้ามคืน (Overnight) Self-schedule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7033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Log &amp; Record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บันทึกเข้างานละเอียดรายวัน/รายคน คำนวณสาย ออกก่อน ชั่วโมงทำงานจริง OT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7033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คิดสาย อัตโนมัติ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4160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เทียบเวลา Check-in กับกะงาน คำนวณนาทีสาย ส่งต่อ Payroll หักเงินอัตโนมัติ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การลา &amp; เงินเดือน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ระบบการลา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169164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ลาทุกประเภท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ลาป่วย ลาพักร้อน ลากิจ ลาคลอด กำหนดเองได้ไม่จำกัด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ปฏิทินการลา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เห็นภาพรวมทั้งทีม/ทั้งองค์กร วางแผนคนได้ล่วงหน้า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โควต้า &amp; Carry-over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กำหนดสิทธิ์วันลาตามอายุงาน ยกยอดข้ามปีได้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อนุมัติหลายชั้น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อนุมัติก่อน แล้วส่งต่อ HR Admin รองรับ Half-day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เงินเดือน &amp; Payroll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20640" y="169164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คำนวณอัตโนมัติ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เงินเดือน + เบี้ยเลี้ยง + OT - หักสาย - หักขาด - ประกันสังคม - ภาษี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สูตรคำนวณกำหนดเอง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ตั้งสูตร OT (x1.5/x2/x3) ขั้นบันได SSO อัตราภาษี เบี้ยขยันได้เอง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ออนไลน์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พนักงานดูสลิปเงินเดือนจากมือถือ รายละเอียดครบ ไม่ต้องพิมพ์กระดาษ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Claims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เบิกค่าเดินทาง ส่งคำร้อง แนบหลักฐาน อนุมัติออนไลน์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ระบบประเมินผล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+ Probation + Branch Evaluation - ครบ 3 มิติ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ประเมินผลงาน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โหมด (Standard / Money Only / Grade Incentive)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Chain อัตโนมัติจาก Org Chart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สูงสุด 15 หัวข้อ คัดลอก Template ได้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Excel 3 Sheets (สรุป/รายละเอียด/สถิติ)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13716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Probation ทดลองงาน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3320" y="205740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รอบ (60/90/119 วัน)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Mode สูงสุด 7 หัวข้อ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Evaluator Chain เดียวกับ KPI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ตัดสินบรรจุ/ไม่ผ่าน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ประเมินสาขา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05740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Check-in + ถ่ายรูป Haversine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Builder + CSV Import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Matrix (คน x สาขา x Template)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+ AI Summary + Report 7 แท็บ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ระบบเรียนรู้ออนไลน์ (LMS)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 ที่วัดผลได้ทุกมิติ + Anti-cheat ที่โกงไม่ได้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3258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325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74904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Anti-cheat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3258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25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85216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Types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3258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325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95528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Sheets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3774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Builder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Split-pane UI, 3 แท็บ ลาก Drop, Version Snapshot, Publish/Unpublish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23774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0332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วิดีโอ 4 แหล่ง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033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(Unlisted), Vimeo, Google Drive, Upload โดยตรง (500MB)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23774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3796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ฝัง Quiz ในวิดีโอ หยุดให้ตอบ ตอบถูกจึงดูต่อ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611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5 แท็บ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30 วินาที + Learner Detail 4 แท็บ + AI Summary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66160" y="3611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03320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3 ระดับ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03320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Supervisor / Viewer (all หรือ subordinates)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3611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37960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เชื่อม KPI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37960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ผลการเรียน -&gt; KPI อัตโนมัติ กำหนดน้ำหนัก % ได้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Anti-cheat 10+ มาตรการ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LMS สำเร็จรูปไหนในไทยทำได้ครบขนาดนี้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Seek Block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ข้ามไปข้างหน้าไม่ได้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7760" y="13258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Drifting Watermark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ชื่อ-รหัสพนักงานลอยบนวิดีโอ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039112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03911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Detection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20391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สลับแท็บ = หยุดเล่น + นับ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039112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203911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PrintScreen Block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20391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จอดำ 2.5 วินาทีทันที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752344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75234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Recording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275234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Blackout + แจ้ง HR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752344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275234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Prevention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275234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 คลิกขวา ปิดหมด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465576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46557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Download/PiP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346557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ไม่มีปุ่มดาวน์โหลด ไม่มี PiP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465576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46557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Rate Lock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346557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ล็อคความเร็ว 1x เท่านั้น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178808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1788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Clipboard Clear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60320" y="41788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ล้าง Clipboard อัตโนมัติ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4178808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41788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Tracking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41788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คำนวณจากนาฬิกาจริง กันเร่ง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สื่อสาร &amp; อุปกรณ์ &amp; อื่น 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ภายในองค์กร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ส่งข้อความระหว่างพนักงาน ผู้จัดการ HR แยกจาก LINE ข้อมูลอยู่ในระบบ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ประกาศ (Announcements)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ประกาศข่าวสารทั่วบริษัท พนักงานเห็นทันทีบนหน้า Dashboard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ระบบแจ้งเตือน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423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ทุกเหตุการณ์: อนุมัติลา ผล KPI คอร์สใหม่ Assignment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05740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ระบบอุปกรณ์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423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จัดการหมวดหมู่ สินค้า ยืม-คืน ตัวอย่าง Sync Feishu Assets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ขายสินค้า (POS)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บันทึกยอดขายรายวัน แยกสิทธิ์ admin/manager/staff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01752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ลาออก (Resignation)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ส่งคำร้องลาออกออนไลน์ HR ดำเนินการ ติดตามสถานะ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97764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977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บันทึกกิจกรรม (Audit Log)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343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ทุกการเปลี่ยนแปลงในระบบ ตรวจสอบย้อนหลังได้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97764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977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Feishu Integration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4343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เชื่อมต่อ Feishu/Lark สำหรับ Sync ข้อมูลพนักงานและสินทรัพย์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 GOODHR?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011680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จุดเด่น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0" y="1051560"/>
            <a:ext cx="2926080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1051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GOODHR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0" y="1051560"/>
            <a:ext cx="2926080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051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ซอฟต์แวร์สำเร็จรูป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42646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4264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ภาษาไทย 100%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1426464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4264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ทุกหน้า ทุกรายงาน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426464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4264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ส่วนใหญ่อังกฤษ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1801368"/>
            <a:ext cx="20116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18013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Anti-cheat LMS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1801368"/>
            <a:ext cx="29260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1801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มาตรการ + Screen Recording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1801368"/>
            <a:ext cx="29260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1801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หรือแค่ 1-2 อย่าง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2176272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176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ประเมินสาขา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0" y="2176272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21762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+ Haversine + ถ่ายรูป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2176272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21762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2551176"/>
            <a:ext cx="20116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5511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วิเคราะห์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0" y="2551176"/>
            <a:ext cx="29260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0" y="25511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Chat + Summary ทั้ง 2 ระบบ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2551176"/>
            <a:ext cx="29260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25511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2926080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Quiz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0" y="2926080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0" y="2926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ฝังในวิดีโอ YouTube + Upload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0" y="2926080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2926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หายากมาก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" y="3300984"/>
            <a:ext cx="20116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33009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Matrix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0" y="3300984"/>
            <a:ext cx="29260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0" y="33009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คน x สาขา x Template Override ได้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669280" y="3300984"/>
            <a:ext cx="29260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33009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31520" y="367588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3675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ผลเรียน -&gt; KPI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0" y="3675888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4640" y="3675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เชื่อมอัตโนมัติ กำหนดน้ำหนัก 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669280" y="3675888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60720" y="3675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แยกระบบ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31520" y="4050792"/>
            <a:ext cx="20116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2960" y="4050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ค่าใช้จ่าย/เดือน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0" y="4050792"/>
            <a:ext cx="29260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0" y="4050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บาท (ระบบของเราเอง)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69280" y="4050792"/>
            <a:ext cx="29260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60720" y="4050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50-200 บาท/คน/เดือน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31520" y="4425696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2960" y="44256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743200" y="4425696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34640" y="44256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แก้ได้ทุกอย่าง ทันที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669280" y="4425696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60720" y="44256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ต้องรอ Vendor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5486400" cy="5486400"/>
          </a:xfrm>
          <a:prstGeom prst="ellipse">
            <a:avLst/>
          </a:prstGeom>
          <a:solidFill>
            <a:srgbClr val="1D4ED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EA5E9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GOODHR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ระบบที่สร้างมาเพื่อแก้ปัญหาจริง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40480" y="2743200"/>
            <a:ext cx="146304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0175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ลดต้นทุนซอฟต์แวร์รายเดือนเป็น 0 บาท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ข้อมูลอยู่ในมือเรา Customize ได้ทันที ไม่ต้องรอ Vendor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64+ หน้าฟีเจอร์ ครอบคลุมทั้ง HR Lifecycle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SHD Technology Co., Ltd.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GOODHR - Feature Overview</dc:title>
  <dc:subject>PptxGenJS Presentation</dc:subject>
  <dc:creator>SHD Technology</dc:creator>
  <cp:lastModifiedBy>SHD Technology</cp:lastModifiedBy>
  <cp:revision>1</cp:revision>
  <dcterms:created xsi:type="dcterms:W3CDTF">2026-06-27T02:28:38Z</dcterms:created>
  <dcterms:modified xsi:type="dcterms:W3CDTF">2026-06-27T02:28:38Z</dcterms:modified>
</cp:coreProperties>
</file>